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F1690-B645-09BF-EC99-9CA6F22D7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938589-685B-931B-551A-0B7C2F9DD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B85613-35B8-94DA-5E0B-17A1D165F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090704-DDC1-F863-F659-7643A8B76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4E837A-3CAD-078D-91DB-24193F860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997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E8C81B-2E33-3081-C8F5-98656800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86EFC-9743-8D67-4BA4-024CD89AF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6A6EA4-3F5E-E1F3-75BD-AFE3B59D7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B6B0C4-5D3B-8B6C-83ED-2148EEE03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2A617B-B788-EEE8-E8ED-661971C70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958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77A597-EADD-290E-16A6-DB70C199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DEF93F-6133-27A8-3D16-08372D852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5FD6F3-FDDE-DBBC-810D-A0BEF0332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05D5C1-D034-ACB5-ADD1-59FF7411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87DC0E-83E0-606C-A46A-991083E72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43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BA6E8-B4CE-0A34-2EFF-8BBBCC5AB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75EDDD-D5C8-7A6D-4614-06E384A9A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457B0-D549-8A50-93E3-D952A67AF5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63A0B2-EE1A-70CE-7B91-D0A5A9399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8A4C3E-A746-180C-DF04-5B0FCC2AB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2421BD-1851-849F-333F-A8D780BCC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4343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010E39-DB30-A260-7240-AEDC10A63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3DA5D4-79F2-E88C-4B57-EEEFAF4D3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F073A9C-16B3-F70D-3AAF-4CE3AD3777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B6B7CAF-855A-969B-D64F-3A932842A8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FC02CDB-FC74-7A91-1AE7-CB05BBBCA7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D84226E-9C4C-C0E0-E605-9EC309A1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749C09F-B70F-9BDD-31C1-273AAD1A9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BAAFE2-799C-6FD3-F056-8CC343C3F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032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A52933-C349-B336-C07D-6D6B749F4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471FFAD-A971-4FBA-8538-4CDCFECA5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2E203E-2AFF-1485-D66E-E88FF416C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C589D3-CFE6-EFF4-CDF5-4DD16F920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63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5B926F5-A9BB-662D-1E8B-DF27054E0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B4591E4-057C-936D-F75F-D93D08756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C6AF-BFA4-C46F-5237-32B4C6D7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630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936481-FC2A-067E-B7B3-0EC22DEA2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7A60F-28C9-6EAC-FFE2-BB9DC71B9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A7934C-5FCF-19AD-0C16-071C656F8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E57023-235E-22AA-DFAF-F0440BCE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7B1DA7-1DFD-6C93-943C-5F7B97D4A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25D884-6465-7BEC-A15D-F22E4EA64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678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2B777D-D51F-287E-F07D-43B37F5A8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FB11153-6751-040A-C527-DC827E941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A7FE3B-4A03-472D-3D0F-86065B5178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62824-6B8D-34DA-1CF6-B6D43AD0E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EC1139-09B9-5809-0F9D-6AEDDEE68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C3CF02-0C8A-4DF0-23D7-4E19251F5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553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7876B-5273-8919-4B2D-B1747389E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EE4D78-C60B-0ADD-23B4-2CA3FB4321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B4F0BC-0015-A334-4966-E69CEC971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130EB9-830D-0ACB-2118-7C30757D5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718E30-C88C-5BEF-78BA-8C7F7916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956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704F71-A1D9-413C-A0EC-0A1002A9B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DFD2CE-1DDC-1B38-6FCB-EDDC61CC9F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0BA7A6-65FF-8531-B546-9A9EA55EF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ECEA0D-3662-D2A7-4A08-65B7E1E37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456C39-FD91-CEEA-B0C0-5C7464958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439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28098D6-C513-5C0F-B5F8-F9F154BB4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C532E4-752C-4749-483D-51955F88C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0DF60A-9D4C-72C9-97BE-615BF20582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4BF66A-B7C4-48AE-AEF9-0F6143190D7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100F6B-2D77-A81F-E7DE-F733468952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18EC3-AE47-D4D6-AADE-921D0BECA6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DEEEF-14AF-4D00-B476-DCEA772204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05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23DBA47-2228-71FA-06BF-09B9A2254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9" y="0"/>
            <a:ext cx="120606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51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7D4BF2-E175-C25D-8915-8C41FA5E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C9832-FAE3-82B4-3E6F-1E780F1FB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12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4E7FE6-D910-D76C-AD7E-3269AE26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1FBC9-2015-26EC-2F73-752302E7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51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90CB76-48EC-3B06-3823-CEFD767C4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96C1B1-21C7-5B56-FBD1-CFCE16D88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386E8A-9BB2-63A1-F7D1-D39D3B1D1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736" y="0"/>
            <a:ext cx="60785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17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C91DE-CAB5-7B8C-531F-D5051716F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F694B-D2A1-F974-1C5F-D1100197D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95A4F5-86A2-D354-BA33-F735D0CAC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549" y="1523734"/>
            <a:ext cx="4848902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319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9591F1-E6F8-FC89-B909-2B91FD39A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C2F66F-592D-62CE-9FC0-E449B2FE1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CBC6502-3C0B-F816-7697-671BC501B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3" y="623496"/>
            <a:ext cx="8478433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836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4EEBB-6809-5DB4-6BD6-ABDA08EB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57B5E8-7940-7048-41EB-63BACE1AB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2049F6-D9E3-733B-119F-80BD942D9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413916"/>
            <a:ext cx="8564170" cy="603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880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49CF3-E156-42A1-1DB8-34C318926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A5C943-B40B-59B0-7C73-CA64B225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AEE1A53-8AB9-0AF0-4D72-218082FAF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414" y="0"/>
            <a:ext cx="7043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721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8962AC-EF3B-A9B4-0F87-E3731C133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9EDDAD-A7FE-6D7C-A222-108D842C6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523145-3A5D-8F82-D39B-5BF133F83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22144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7B2C0DC-04ED-B422-9696-E15909D46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56819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045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C61B6-4688-5CFA-02F3-F3CE8D5BE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164F67-5769-432A-4B36-102079F9E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4068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B8090-D123-9853-9B41-B46665ED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04B3BA-6DA1-0CDC-8E2C-82F0E63A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1873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C1081-1A06-258E-E077-70A2125D8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A454F4-2255-5FFF-6456-4F857C571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3495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0</Words>
  <Application>Microsoft Office PowerPoint</Application>
  <PresentationFormat>와이드스크린</PresentationFormat>
  <Paragraphs>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Tengs</dc:creator>
  <cp:lastModifiedBy>Tengs</cp:lastModifiedBy>
  <cp:revision>4</cp:revision>
  <dcterms:created xsi:type="dcterms:W3CDTF">2026-09-19T14:08:07Z</dcterms:created>
  <dcterms:modified xsi:type="dcterms:W3CDTF">2026-09-20T12:03:31Z</dcterms:modified>
</cp:coreProperties>
</file>