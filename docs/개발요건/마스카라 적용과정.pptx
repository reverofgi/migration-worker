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FF1690-B645-09BF-EC99-9CA6F22D7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1F938589-685B-931B-551A-0B7C2F9DD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CB85613-35B8-94DA-5E0B-17A1D165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090704-DDC1-F863-F659-7643A8B7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14E837A-3CAD-078D-91DB-24193F86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97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AE8C81B-2E33-3081-C8F5-98656800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2086EFC-9743-8D67-4BA4-024CD89AF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66A6EA4-3F5E-E1F3-75BD-AFE3B59D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0B6B0C4-5D3B-8B6C-83ED-2148EEE0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C2A617B-B788-EEE8-E8ED-661971C7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958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77A597-EADD-290E-16A6-DB70C1990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BDDEF93F-6133-27A8-3D16-08372D852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45FD6F3-FDDE-DBBC-810D-A0BEF033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05D5C1-D034-ACB5-ADD1-59FF7411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D87DC0E-83E0-606C-A46A-991083E7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43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1ABA6E8-B4CE-0A34-2EFF-8BBBCC5AB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675EDDD-D5C8-7A6D-4614-06E384A9A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0C457B0-D549-8A50-93E3-D952A67AF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4163A0B2-EE1A-70CE-7B91-D0A5A9399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38A4C3E-A746-180C-DF04-5B0FCC2A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22421BD-1851-849F-333F-A8D780BC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34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0010E39-DB30-A260-7240-AEDC10A6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53DA5D4-79F2-E88C-4B57-EEEFAF4D3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BF073A9C-16B3-F70D-3AAF-4CE3AD377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DB6B7CAF-855A-969B-D64F-3A932842A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7FC02CDB-FC74-7A91-1AE7-CB05BBBCA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6D84226E-9C4C-C0E0-E605-9EC309A1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1749C09F-B70F-9BDD-31C1-273AAD1A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1BAAFE2-799C-6FD3-F056-8CC343C3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03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5A52933-C349-B336-C07D-6D6B749F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7471FFAD-A971-4FBA-8538-4CDCFECA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042E203E-2AFF-1485-D66E-E88FF416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C4C589D3-CFE6-EFF4-CDF5-4DD16F92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63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95B926F5-A9BB-662D-1E8B-DF27054E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8B4591E4-057C-936D-F75F-D93D0875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D36FC6AF-BFA4-C46F-5237-32B4C6D7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63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F936481-FC2A-067E-B7B3-0EC22DEA2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597A60F-28C9-6EAC-FFE2-BB9DC71B9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E1A7934C-5FCF-19AD-0C16-071C656F8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0E57023-235E-22AA-DFAF-F0440BCE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F77B1DA7-1DFD-6C93-943C-5F7B97D4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D825D884-6465-7BEC-A15D-F22E4EA6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67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2B777D-D51F-287E-F07D-43B37F5A8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4FB11153-6751-040A-C527-DC827E941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DA7FE3B-4A03-472D-3D0F-86065B517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0362824-6B8D-34DA-1CF6-B6D43AD0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9AEC1139-09B9-5809-0F9D-6AEDDEE6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64C3CF02-0C8A-4DF0-23D7-4E19251F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55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297876B-5273-8919-4B2D-B1747389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36EE4D78-C60B-0ADD-23B4-2CA3FB432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5B4F0BC-0015-A334-4966-E69CEC97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5130EB9-830D-0ACB-2118-7C30757D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3718E30-C88C-5BEF-78BA-8C7F7916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95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CC704F71-A1D9-413C-A0EC-0A1002A9B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DFD2CE-1DDC-1B38-6FCB-EDDC61CC9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80BA7A6-65FF-8531-B546-9A9EA55E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FECEA0D-3662-D2A7-4A08-65B7E1E3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C456C39-FD91-CEEA-B0C0-5C746495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43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A28098D6-C513-5C0F-B5F8-F9F154BB4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E0C532E4-752C-4749-483D-51955F88C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0DF60A-9D4C-72C9-97BE-615BF2058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BF66A-B7C4-48AE-AEF9-0F6143190D7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2100F6B-2D77-A81F-E7DE-F73346895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BA18EC3-AE47-D4D6-AADE-921D0BECA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DEEEF-14AF-4D00-B476-DCEA77220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05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23DBA47-2228-71FA-06BF-09B9A225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9" y="0"/>
            <a:ext cx="12060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F7D4BF2-E175-C25D-8915-8C41FA5E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70BC9832-FAE3-82B4-3E6F-1E780F1FB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54E7FE6-D910-D76C-AD7E-3269AE26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D31FBC9-2015-26EC-2F73-752302E7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51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D90CB76-48EC-3B06-3823-CEFD767C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B96C1B1-21C7-5B56-FBD1-CFCE16D88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03386E8A-9BB2-63A1-F7D1-D39D3B1D1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736" y="0"/>
            <a:ext cx="6078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1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2CC91DE-CAB5-7B8C-531F-D5051716F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FAF694B-D2A1-F974-1C5F-D1100197D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095A4F5-86A2-D354-BA33-F735D0CAC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49" y="1523734"/>
            <a:ext cx="4848902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1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99591F1-E6F8-FC89-B909-2B91FD39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3C2F66F-592D-62CE-9FC0-E449B2FE1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9CBC6502-3C0B-F816-7697-671BC501B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3" y="623496"/>
            <a:ext cx="8478433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3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EB4EEBB-6809-5DB4-6BD6-ABDA08EB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157B5E8-7940-7048-41EB-63BACE1AB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D2049F6-D9E3-733B-119F-80BD942D9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915" y="413916"/>
            <a:ext cx="8564170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8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8949CF3-E156-42A1-1DB8-34C31892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70A5C943-B40B-59B0-7C73-CA64B2256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2AEE1A53-8AB9-0AF0-4D72-218082FAF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414" y="0"/>
            <a:ext cx="7043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2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C8962AC-EF3B-A9B4-0F87-E3731C13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79EDDAD-A7FE-6D7C-A222-108D842C6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C6523145-3A5D-8F82-D39B-5BF133F83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2214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D7B2C0DC-04ED-B422-9696-E15909D46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681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45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28C61B6-4688-5CFA-02F3-F3CE8D5B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B164F67-5769-432A-4B36-102079F9E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06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EFB8090-D123-9853-9B41-B46665ED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B04B3BA-6DA1-0CDC-8E2C-82F0E63A0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789407" y="3244334"/>
            <a:ext cx="4613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UnloadWorker</a:t>
            </a:r>
            <a:r>
              <a:rPr lang="en-US" altLang="ko-KR" dirty="0"/>
              <a:t>, </a:t>
            </a:r>
            <a:r>
              <a:rPr lang="en-US" altLang="ko-KR" dirty="0" err="1"/>
              <a:t>UnloadResultVerifyWorker</a:t>
            </a:r>
            <a:r>
              <a:rPr lang="en-US" altLang="ko-KR" dirty="0"/>
              <a:t>,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185" y="0"/>
            <a:ext cx="9963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7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00C1081-1A06-258E-E077-70A2125D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8A454F4-2255-5FFF-6456-4F857C571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58" y="0"/>
            <a:ext cx="10689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95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95" y="0"/>
            <a:ext cx="7936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20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659" y="0"/>
            <a:ext cx="7114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01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35" y="0"/>
            <a:ext cx="994632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21224" y="1078992"/>
            <a:ext cx="70711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검증쿼리를 어떻게 하라는 명시적인 지시가 없어도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테이블의 </a:t>
            </a:r>
            <a:r>
              <a:rPr lang="ko-KR" altLang="en-US" dirty="0" err="1" smtClean="0"/>
              <a:t>컬럼을</a:t>
            </a:r>
            <a:r>
              <a:rPr lang="ko-KR" altLang="en-US" dirty="0" smtClean="0"/>
              <a:t> 의미적으로 해석해서 프로그램 및 쿼리를 생성함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9311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929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952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44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75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19</Words>
  <Application>Microsoft Office PowerPoint</Application>
  <PresentationFormat>와이드스크린</PresentationFormat>
  <Paragraphs>3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Tengs</dc:creator>
  <cp:lastModifiedBy>wylee</cp:lastModifiedBy>
  <cp:revision>9</cp:revision>
  <dcterms:created xsi:type="dcterms:W3CDTF">2026-09-19T14:08:07Z</dcterms:created>
  <dcterms:modified xsi:type="dcterms:W3CDTF">2026-09-23T04:05:21Z</dcterms:modified>
</cp:coreProperties>
</file>